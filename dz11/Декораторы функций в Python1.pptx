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40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Декораторы в Python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декоратор?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Простыми словами: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Представь подарок: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>
              <a:buSzPct val="100000"/>
            </a:pPr>
            <a:r>
              <a:rPr lang="en-US" sz="1400" dirty="0">
                <a:solidFill>
                  <a:srgbClr val="2C3E50"/>
                </a:solidFill>
              </a:rPr>
              <a:t>• Сам подарок = твоя функция</a:t>
            </a:r>
            <a:endParaRPr lang="en-US" sz="1600" dirty="0"/>
          </a:p>
          <a:p>
            <a:pPr>
              <a:buSzPct val="100000"/>
            </a:pPr>
            <a:r>
              <a:rPr lang="en-US" sz="1400" dirty="0">
                <a:solidFill>
                  <a:srgbClr val="2C3E50"/>
                </a:solidFill>
              </a:rPr>
              <a:t>• Красивая упаковка = декоратор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Подарок остаётся тем же, но упаковка делает его красивее!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98DB"/>
                </a:solidFill>
              </a:rPr>
              <a:t> Декоратор = обёртка для функции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Он добавляет функции новые возможности, не меняя её код!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06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Проблема: код без декораторов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74C3C"/>
                </a:solidFill>
              </a:rPr>
              <a:t>Нужно</a:t>
            </a:r>
            <a:r>
              <a:rPr lang="en-US" sz="1600" b="1" dirty="0">
                <a:solidFill>
                  <a:srgbClr val="E74C3C"/>
                </a:solidFill>
              </a:rPr>
              <a:t> добавить логирование к 10 функциям: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79552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print("Начинаем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calculate_sum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print("Закончили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calculate_sum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calculate_product(a,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print("Начинаем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calculate_product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* 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print("Закончили calculate_product")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 так для КАЖДОЙ функции...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74C3C"/>
                </a:solidFill>
              </a:rPr>
              <a:t>Проблемы</a:t>
            </a:r>
            <a:r>
              <a:rPr lang="en-US" sz="1500" b="1" dirty="0">
                <a:solidFill>
                  <a:srgbClr val="E74C3C"/>
                </a:solidFill>
              </a:rPr>
              <a:t>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Много повторяющегося кода</a:t>
            </a: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Трудно изменить логирование сразу везде</a:t>
            </a: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</a:t>
            </a:r>
            <a:r>
              <a:rPr lang="ru-RU" sz="1300" dirty="0">
                <a:solidFill>
                  <a:srgbClr val="2C3E50"/>
                </a:solidFill>
              </a:rPr>
              <a:t>Л</a:t>
            </a:r>
            <a:r>
              <a:rPr lang="en-US" sz="1300" dirty="0" err="1">
                <a:solidFill>
                  <a:srgbClr val="2C3E50"/>
                </a:solidFill>
              </a:rPr>
              <a:t>огика</a:t>
            </a:r>
            <a:r>
              <a:rPr lang="en-US" sz="1300" dirty="0">
                <a:solidFill>
                  <a:srgbClr val="2C3E50"/>
                </a:solidFill>
              </a:rPr>
              <a:t> смешана с техническим кодом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Решение: используем декоратор!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С декоратором всё просто: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31051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120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Один раз создаём декоратор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with_logging(func):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print(f"Начинаем {func.__name__}")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func(a, b)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print(f"Закончили {func.__name__}")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Используем для любых функций!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@with_logging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@with_logging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calculate_product(a,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2560320" cy="2468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 Преимущества: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Код не повторяется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Легко изменить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Чистый код функций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Одна строка @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3498DB"/>
                </a:solidFill>
              </a:rPr>
              <a:t>Написали</a:t>
            </a:r>
            <a:r>
              <a:rPr lang="en-US" sz="1400" i="1" dirty="0">
                <a:solidFill>
                  <a:srgbClr val="3498DB"/>
                </a:solidFill>
              </a:rPr>
              <a:t> декоратор один раз — используем везде!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работает декоратор?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Пошагово: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</a:rPr>
              <a:t>1️⃣</a:t>
            </a:r>
            <a:r>
              <a:rPr lang="ru-RU" sz="1300" b="1" dirty="0">
                <a:solidFill>
                  <a:srgbClr val="2C3E50"/>
                </a:solidFill>
              </a:rPr>
              <a:t>    </a:t>
            </a:r>
            <a:r>
              <a:rPr lang="en-US" sz="1300" b="1" dirty="0" err="1">
                <a:solidFill>
                  <a:srgbClr val="2C3E50"/>
                </a:solidFill>
              </a:rPr>
              <a:t>Исходная</a:t>
            </a:r>
            <a:r>
              <a:rPr lang="en-US" sz="1300" b="1" dirty="0">
                <a:solidFill>
                  <a:srgbClr val="2C3E50"/>
                </a:solidFill>
              </a:rPr>
              <a:t> функция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498DB"/>
                </a:solidFill>
              </a:rPr>
              <a:t>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6400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</a:rPr>
              <a:t>2️⃣ </a:t>
            </a:r>
            <a:r>
              <a:rPr lang="ru-RU" sz="1300" b="1" dirty="0">
                <a:solidFill>
                  <a:srgbClr val="2C3E50"/>
                </a:solidFill>
              </a:rPr>
              <a:t>   </a:t>
            </a:r>
            <a:r>
              <a:rPr lang="en-US" sz="1300" b="1" dirty="0" err="1">
                <a:solidFill>
                  <a:srgbClr val="2C3E50"/>
                </a:solidFill>
              </a:rPr>
              <a:t>Добавляем</a:t>
            </a:r>
            <a:r>
              <a:rPr lang="en-US" sz="1300" b="1" dirty="0">
                <a:solidFill>
                  <a:srgbClr val="2C3E50"/>
                </a:solidFill>
              </a:rPr>
              <a:t> @декоратор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498DB"/>
                </a:solidFill>
              </a:rPr>
              <a:t>➜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1031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3️⃣ </a:t>
            </a:r>
            <a:r>
              <a:rPr lang="ru-RU" sz="1300" b="1" dirty="0">
                <a:solidFill>
                  <a:srgbClr val="27AE60"/>
                </a:solidFill>
              </a:rPr>
              <a:t>   </a:t>
            </a:r>
            <a:r>
              <a:rPr lang="en-US" sz="1300" b="1" dirty="0" err="1">
                <a:solidFill>
                  <a:srgbClr val="27AE60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103120"/>
            <a:ext cx="210312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**********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Привет!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**********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498DB"/>
                </a:solidFill>
              </a:rPr>
              <a:t>Что</a:t>
            </a:r>
            <a:r>
              <a:rPr lang="en-US" sz="1500" b="1" dirty="0">
                <a:solidFill>
                  <a:srgbClr val="3498DB"/>
                </a:solidFill>
              </a:rPr>
              <a:t> происходит: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1. Декоратор "оборачивает" функцию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2. Добавляет звёздочки ДО и ПОСЛЕ вызова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3. Функция greet() остаётся без изменений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1: Декоратор со звёздочками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017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475488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Создаём декоратор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with_stars(func):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print("**********")    # ДО функции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                 # Вызываем функцию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print("**********")    # ПОСЛЕ функции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Применяем декоратор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print("Привет, мир!")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Вызываем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C3E50"/>
                </a:solidFill>
              </a:rPr>
              <a:t>Результат</a:t>
            </a:r>
            <a:r>
              <a:rPr lang="en-US" sz="1400" b="1" dirty="0">
                <a:solidFill>
                  <a:srgbClr val="2C3E5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91440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371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Привет, мир!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Что</a:t>
            </a:r>
            <a:r>
              <a:rPr lang="en-US" sz="1300" b="1" dirty="0">
                <a:solidFill>
                  <a:srgbClr val="3498DB"/>
                </a:solidFill>
              </a:rPr>
              <a:t> видим: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Звёздочки появились автоматически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Код функции greet не менялся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Декоратор добавил "украшения"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Функция</a:t>
            </a:r>
            <a:r>
              <a:rPr lang="en-US" sz="1300" i="1" dirty="0">
                <a:solidFill>
                  <a:srgbClr val="3498DB"/>
                </a:solidFill>
              </a:rPr>
              <a:t> делает своё дело, декоратор добавляет оформление!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означает символ @?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@ — это просто сокращение!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С декоратором (@)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98DB"/>
                </a:solidFill>
              </a:rPr>
              <a:t>=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FFF9C4"/>
          </a:solidFill>
          <a:ln w="25400">
            <a:solidFill>
              <a:schemeClr val="accent2"/>
            </a:solidFill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Без @ (длинный способ)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365760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 = with_stars(greet)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498DB"/>
                </a:solidFill>
              </a:rPr>
              <a:t>Проще</a:t>
            </a:r>
            <a:r>
              <a:rPr lang="en-US" sz="1500" b="1" dirty="0">
                <a:solidFill>
                  <a:srgbClr val="3498DB"/>
                </a:solidFill>
              </a:rPr>
              <a:t> говоря: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@ — это просто удобная запись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Вместо того, чтобы писать greet = with_stars(greet),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Python позволяет написать просто @with_stars перед функцией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это используется?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98DB"/>
                </a:solidFill>
              </a:rPr>
              <a:t>В </a:t>
            </a:r>
            <a:r>
              <a:rPr lang="ru-RU" sz="1600" i="1" dirty="0">
                <a:solidFill>
                  <a:srgbClr val="3498DB"/>
                </a:solidFill>
              </a:rPr>
              <a:t>действующих</a:t>
            </a:r>
            <a:r>
              <a:rPr lang="en-US" sz="1600" i="1" dirty="0">
                <a:solidFill>
                  <a:srgbClr val="3498DB"/>
                </a:solidFill>
              </a:rPr>
              <a:t> проектах декораторы везде!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0972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⏱️ Замер времени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Сколько времени работает функция?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🔐 Проверка прав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Может ли пользователь вызвать функцию?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📝 Логирование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Записать в лог, что функция вызвана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E1F5F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</a:rPr>
              <a:t>💾 Кеширование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Сохранить результат, чтобы не считать заново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Декораторы</a:t>
            </a:r>
            <a:r>
              <a:rPr lang="en-US" sz="1400" b="1" dirty="0">
                <a:solidFill>
                  <a:srgbClr val="3498DB"/>
                </a:solidFill>
              </a:rPr>
              <a:t> решают типичные задачи одной строкой!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2: Замер времени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работы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99466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521208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measure_time(func):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           # Запомнили время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                         # Выполнили функцию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time.time()              # Время после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print(f"Заняло: {end - start:.2f} сек")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@measure_time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slow_function():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time.sleep(2)  # </a:t>
            </a:r>
            <a:r>
              <a:rPr lang="ru-RU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Ждем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секунды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print("Работа выполнена!")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slow_function()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 выполнена!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Заняло: 2.00 сек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Преимущество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560320"/>
            <a:ext cx="256032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Не нужно добавлять код замера в каждую функцию!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Просто пишем @measure_time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932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Отличный</a:t>
            </a:r>
            <a:r>
              <a:rPr lang="en-US" sz="1300" i="1" dirty="0">
                <a:solidFill>
                  <a:srgbClr val="3498DB"/>
                </a:solidFill>
              </a:rPr>
              <a:t> способ найти медленные функции!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3: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Повторить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действие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5082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47548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repeat_3_times(func):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range(3):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print(f"--- Раз {i+1} ---")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func()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@repeat_3_times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say_hello():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137160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3716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1 ---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2 ---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3 ---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Использование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Повторные попытки при ошибках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Тестирование функций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Отправка уведомлений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62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Один</a:t>
            </a:r>
            <a:r>
              <a:rPr lang="en-US" sz="1300" i="1" dirty="0">
                <a:solidFill>
                  <a:srgbClr val="3498DB"/>
                </a:solidFill>
              </a:rPr>
              <a:t> декоратор — много применений!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Декораторы с настройками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Можем задать, СКОЛЬКО раз повторить: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4688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47548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repeat(times):  # Принимаем параметр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 in range(times):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@repeat(times=5)  # Повторить 5 раз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say_hi():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say_hi()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 Вывод: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3017520" cy="11887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828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Гибкость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Можем</a:t>
            </a:r>
            <a:r>
              <a:rPr lang="en-US" sz="1300" i="1" dirty="0">
                <a:solidFill>
                  <a:srgbClr val="3498DB"/>
                </a:solidFill>
              </a:rPr>
              <a:t> настраивать декоратор под задачу!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Можно использовать несколько!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Декораторы работают как </a:t>
            </a:r>
            <a:r>
              <a:rPr lang="en-US" sz="1600" b="1" dirty="0" err="1">
                <a:solidFill>
                  <a:srgbClr val="3498DB"/>
                </a:solidFill>
              </a:rPr>
              <a:t>слои</a:t>
            </a:r>
            <a:r>
              <a:rPr lang="en-US" sz="1600" b="1" dirty="0">
                <a:solidFill>
                  <a:srgbClr val="3498DB"/>
                </a:solidFill>
              </a:rPr>
              <a:t>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3695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475488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add_stars(func):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add_dashes(func):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print("---")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print("---")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@add_stars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@add_dashes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3017520" cy="11887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828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Порядок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Сначала @add_dashes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Потом @add_stars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Как матрёшка! 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602" y="24103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Встроенные декораторы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46663" y="79110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98DB"/>
                </a:solidFill>
              </a:rPr>
              <a:t>Python уже включает полезные декораторы!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22970"/>
            <a:ext cx="3931920" cy="143160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582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48130" y="12115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Превращает метод в свойство (без скобок)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8718"/>
            <a:ext cx="3749040" cy="116586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0150"/>
            <a:ext cx="347472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age(self):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25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Person()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print(p.age)  # Без ()!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2" y="1216620"/>
            <a:ext cx="3931920" cy="136017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0582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@staticmethod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77165" y="121759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Метод, не зависящий от экземпляра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4254" y="1479510"/>
            <a:ext cx="374904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23008"/>
            <a:ext cx="347472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Math: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add(a, b):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print(Math.add(2, 3))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6877" y="2725844"/>
            <a:ext cx="8229600" cy="2181007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0585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 - ускоритель! 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36008" y="2810954"/>
            <a:ext cx="3539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Запоминает результаты, чтобы не считать заново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99691"/>
            <a:ext cx="77724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885" y="3254482"/>
            <a:ext cx="74980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  # Кэшируем результаты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slow_calculation(n):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time.sleep(1)  # Долгое вычисление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2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print(slow_calculation(5))  # Ждём 1 сек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print(slow_calculation(5))  # Мгновенно! Взято из кэша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вы это увидите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Примеры из популярных библиотек: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20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6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</a:rPr>
              <a:t>Flask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68145"/>
            <a:ext cx="7772400" cy="11874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180" y="1737360"/>
            <a:ext cx="7498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@app.route("/hello")  # Создаём страницу /hello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"Привет, это моя страница!"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5519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</a:rPr>
              <a:t>Django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30270"/>
            <a:ext cx="777240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40760"/>
            <a:ext cx="7498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django.contrib.auth.decorators import login_required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  # Только для авторизованных!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secret_page(request):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"Секретная информация"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8185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Декораторы</a:t>
            </a:r>
            <a:r>
              <a:rPr lang="en-US" sz="1400" b="1" dirty="0">
                <a:solidFill>
                  <a:srgbClr val="3498DB"/>
                </a:solidFill>
              </a:rPr>
              <a:t> — основа современных Python-фреймворков!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Частые</a:t>
            </a:r>
            <a:r>
              <a:rPr lang="en-US" sz="2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ошибки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39"/>
            <a:ext cx="8229600" cy="135191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❌ Забыли return wrapper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90345"/>
            <a:ext cx="3657600" cy="786766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600" y="1544636"/>
            <a:ext cx="33832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Забыли return!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✅ Правильно: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39"/>
            <a:ext cx="3749040" cy="814071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539556"/>
            <a:ext cx="347472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  # Важно!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38400"/>
            <a:ext cx="8229600" cy="137795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2539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❌ Не передаём аргументы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3657600" cy="774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93390"/>
            <a:ext cx="33832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  # Нет args!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45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✅ Правильно: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749040" cy="774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98470"/>
            <a:ext cx="347472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func(*args, **kwargs)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449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Совет</a:t>
            </a:r>
            <a:r>
              <a:rPr lang="en-US" sz="1400" b="1" dirty="0">
                <a:solidFill>
                  <a:srgbClr val="3498DB"/>
                </a:solidFill>
              </a:rPr>
              <a:t>: всегда используйте *args, **kwargs в wrapper!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021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3E50"/>
                </a:solidFill>
              </a:rPr>
              <a:t>Так декоратор будет работать с любыми функциями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использовать декораторы?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0175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ИСПОЛЬЗУЙ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Одинаковый код повторяется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Нужно добавить функциональность ко многим функциям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Логирование, время, проверки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Код становится чище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❌ НЕ ИСПОЛЬЗУЙ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Логика нужна только для одной функции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Декоратор слишком сложный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Можно решить проще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Делает код менее понятным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Правило</a:t>
            </a:r>
            <a:r>
              <a:rPr lang="en-US" sz="1300" i="1" dirty="0">
                <a:solidFill>
                  <a:srgbClr val="3498DB"/>
                </a:solidFill>
              </a:rPr>
              <a:t>: если код повторяется 3+ раза — используй декоратор!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аблон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3498DB"/>
                </a:solidFill>
              </a:rPr>
              <a:t>Копируй</a:t>
            </a:r>
            <a:r>
              <a:rPr lang="en-US" sz="1600" b="1" dirty="0">
                <a:solidFill>
                  <a:srgbClr val="3498DB"/>
                </a:solidFill>
              </a:rPr>
              <a:t> и используй этот шаблон: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</a:rPr>
              <a:t>Простой декоратор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749040" cy="11887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20" y="1760220"/>
            <a:ext cx="347472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КОД ДО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КОД ПОСЛЕ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41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С параметрами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68780"/>
            <a:ext cx="3749040" cy="12344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48790"/>
            <a:ext cx="347472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my_decorator(param):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wrapper(*args, **kwargs):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КОД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func(*args, **kwargs)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894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Как использовать: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7772400" cy="140081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749808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@my_decorator           # Простой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function1():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@my_decorator(param=5)  # С параметрами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function2():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Попробуй</a:t>
            </a: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сам!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Задание: создай декоратор @uppercase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37541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Требование: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516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Функция возвращает строку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Декоратор должен сделать все буквы ЗАГЛАВНЫМИ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Пример: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→ "HELLO"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9420"/>
            <a:ext cx="8229600" cy="11887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112770"/>
            <a:ext cx="79552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@uppercase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"hello, world"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print(greet())  # Должно вывести: HELLO, WORLD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Подсказка</a:t>
            </a:r>
            <a:r>
              <a:rPr lang="en-US" sz="1300" i="1" dirty="0">
                <a:solidFill>
                  <a:srgbClr val="3498DB"/>
                </a:solidFill>
              </a:rPr>
              <a:t>: используй метод .upper() для строк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948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Попробуй написать сам, прежде чем смотреть </a:t>
            </a:r>
            <a:r>
              <a:rPr lang="en-US" sz="1200" dirty="0" err="1">
                <a:solidFill>
                  <a:srgbClr val="2C3E50"/>
                </a:solidFill>
              </a:rPr>
              <a:t>решение</a:t>
            </a:r>
            <a:r>
              <a:rPr lang="en-US" sz="1200" dirty="0">
                <a:solidFill>
                  <a:srgbClr val="2C3E50"/>
                </a:solidFill>
              </a:rPr>
              <a:t>!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r>
              <a:rPr lang="en-US" sz="3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задания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265176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120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uppercase(func):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Вызываем функцию и получаем результат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Делаем все буквы заглавными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result.upper()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@uppercase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"hello, world"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print(greet())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Объяснение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468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1. Вызываем func()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2. Получаем 'hello, world'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3. Применяем .upper()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4. Возвращаем результат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</a:rPr>
              <a:t>🎉 Отлично! Теперь ты знаешь, как работают декораторы!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мы узнали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chemeClr val="tx2">
              <a:lumMod val="60000"/>
              <a:lumOff val="40000"/>
              <a:alpha val="9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Декораторы = обёртки для функций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@ — удобный синтаксис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Убирают повторяющийся код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Делают код чище и понятнее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Используются во всех больших проектах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1793</Words>
  <Application>Microsoft Office PowerPoint</Application>
  <PresentationFormat>Экран (16:9)</PresentationFormat>
  <Paragraphs>417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Декораторы в Python - Простое объяснение</dc:title>
  <dc:subject>PptxGenJS Presentation</dc:subject>
  <dc:creator>Python Developer</dc:creator>
  <cp:lastModifiedBy>Пользователь</cp:lastModifiedBy>
  <cp:revision>5</cp:revision>
  <dcterms:created xsi:type="dcterms:W3CDTF">2026-01-31T10:53:12Z</dcterms:created>
  <dcterms:modified xsi:type="dcterms:W3CDTF">2026-01-31T12:32:48Z</dcterms:modified>
</cp:coreProperties>
</file>